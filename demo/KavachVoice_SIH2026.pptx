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99669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565C0"/>
                </a:solidFill>
              </a:rPr>
              <a:t>KavachVoice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12121"/>
                </a:solidFill>
              </a:rPr>
              <a:t>Three-Layer Voice Fraud Shield for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757575"/>
                </a:solidFill>
              </a:rPr>
              <a:t>Proactive Perturbation  ·  Real-Time Call Guard  ·  AI Forensics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</a:rPr>
              <a:t>SIH 2026  ·  Problem SIH26104  ·  Theme: Blockchain &amp; Cybersecurity  ·  Sponsor: AICTE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DEFB"/>
                </a:solidFill>
              </a:rPr>
              <a:t>Voice fraud is India's fastest-growing cybercrime vector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474720" cy="1828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D50000"/>
                </a:solidFill>
              </a:rPr>
              <a:t>₹11,333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lost to cyber fraud in India (2023–24)
source: MHA Annual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280160"/>
            <a:ext cx="3474720" cy="1828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D50000"/>
                </a:solidFill>
              </a:rPr>
              <a:t>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1488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of vishing victims comply
because the voice sounds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280160"/>
            <a:ext cx="3931920" cy="18288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3716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50000"/>
                </a:solidFill>
              </a:rPr>
              <a:t>AWS &amp; Azure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96596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12121"/>
                </a:solidFill>
              </a:rPr>
              <a:t>both retired their voice fraud
detection APIs in 2024 —
no commercial solution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91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12121"/>
                </a:solidFill>
              </a:rPr>
              <a:t>Attack chain: Attacker clones victim's family member voice with ElevenLabs/Coqui (free, 30-second sample) → calls during UPI transaction → victim transfers money before verifying.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1480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12121"/>
                </a:solidFill>
              </a:rPr>
              <a:t>▸ No existing app defends against voice cloning proactively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12121"/>
                </a:solidFill>
              </a:rPr>
              <a:t>▸ Detection-only tools can't stop a transfer already in progress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12121"/>
                </a:solidFill>
              </a:rPr>
              <a:t>▸ No forensic evidence trail for I4C / CERT-In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</a:rPr>
              <a:t>KavachVoice  |  SIH 2026  |  Problem SIH26104  |  Theme: Blockchain &amp; Cybersecurity  |  Sponsor: AICTE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KavachVoice — Three-Layer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DEFB"/>
                </a:solidFill>
              </a:rPr>
              <a:t>The only solution that is proactive, real-time, AND evidence-grade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3716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1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</a:rPr>
              <a:t>Layer 1 — VoiceArmor  (Proactive)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Universal Adversarial Perturbation applied to PCM audio in &lt;50 ms. Disrupts harmonic structure of voice data captured by cloning tools — poisoned audio produces degraded synthetic output. No user action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88920"/>
            <a:ext cx="1161288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788920"/>
            <a:ext cx="137160" cy="1371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905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Layer 2 — CallGuard  (Real-Time)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Accessibility Service detects UPI app foreground during active phone call. Keyword spotting (OTP / जल्दी / बताइए / urgency terms) triggers yellow → orange → red overlay. TYPE_ACCESSIBILITY_OVERLAY — no root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297680"/>
            <a:ext cx="1161288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137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99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5100"/>
                </a:solidFill>
              </a:rPr>
              <a:t>Layer 3 — VoiceID SDK  (Forensic)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12121"/>
                </a:solidFill>
              </a:rPr>
              <a:t>RawNet2 + ECAPA-TDNN run in parallel via asyncio (FastAPI). Sub-800 ms inference. Returns SYNTHETIC / GENUINE / UNCERTAIN verdict. SHA-256 audio hash + confidence scores → forensic PDF → I4C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</a:rPr>
              <a:t>KavachVoice  |  SIH 2026  |  Problem SIH26104  |  Theme: Blockchain &amp; Cybersecurity  |  Sponsor: AICTE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Live Demo — 4 Moments  (&lt;5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DEFB"/>
                </a:solidFill>
              </a:rPr>
              <a:t>Every moment is independently executable with a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64008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07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280160"/>
            <a:ext cx="1088136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56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Clone Attack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POST clone_raw.wav (ElevenLabs) → SYNTHETIC verdict · confidence 100% · latency &lt;10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14600"/>
            <a:ext cx="64008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64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4600"/>
            <a:ext cx="10881360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5908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</a:rPr>
              <a:t>VoiceArmor Spectrograms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Before: smooth harmonics. After UAP: disrupted structure. Cloning algorithm output degrades to noise.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49040"/>
            <a:ext cx="640080" cy="1005840"/>
          </a:xfrm>
          <a:prstGeom prst="rect">
            <a:avLst/>
          </a:prstGeom>
          <a:solidFill>
            <a:srgbClr val="D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876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749040"/>
            <a:ext cx="10881360" cy="10058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825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50000"/>
                </a:solidFill>
              </a:rPr>
              <a:t>UPI Block — Red Overlay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Call active + PhonePe/GPay open + 'OTP bataiye' → red TYPE_ACCESSIBILITY_OVERLAY in &lt;2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983480"/>
            <a:ext cx="640080" cy="10058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11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983480"/>
            <a:ext cx="10881360" cy="100584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596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5100"/>
                </a:solidFill>
              </a:rPr>
              <a:t>Forensic PDF + I4C 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4406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</a:rPr>
              <a:t>SYNTHETIC verdict → auto PDF (SHA-256, scores, session ID, timestamp) → 'Submit to I4C [DEMO MODE]'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</a:rPr>
              <a:t>KavachVoice  |  SIH 2026  |  Problem SIH26104  |  Theme: Blockchain &amp; Cybersecurity  |  Sponsor: AICTE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Why KavachVoice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DEFB"/>
                </a:solidFill>
              </a:rPr>
              <a:t>Market gap + unique 3-layer architecture no competitor has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3749039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120" y="1376680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25880"/>
            <a:ext cx="219456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5600" y="1376680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KavachVoice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2194560" cy="438912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1600" y="1376680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AWS (retired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325880"/>
            <a:ext cx="1737360" cy="438912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7600" y="1376680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Azure (retired 2024)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325880"/>
            <a:ext cx="1554480" cy="438912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66400" y="1376680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Truecaller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64792"/>
            <a:ext cx="3749039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120" y="1815592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Proactive voice poisoning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764792"/>
            <a:ext cx="219456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5600" y="1815592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64792"/>
            <a:ext cx="21945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1600" y="1815592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764792"/>
            <a:ext cx="17373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7600" y="1815592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1764792"/>
            <a:ext cx="155448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6400" y="1815592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03704"/>
            <a:ext cx="3749039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120" y="2254504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Real-time call intervention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203704"/>
            <a:ext cx="219456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5600" y="2254504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203704"/>
            <a:ext cx="21945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1600" y="2254504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203704"/>
            <a:ext cx="17373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7600" y="2254504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0" y="2203704"/>
            <a:ext cx="1554480" cy="438912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6400" y="2254504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Partial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642616"/>
            <a:ext cx="3749039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5120" y="2693416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No root / system perms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2642616"/>
            <a:ext cx="219456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5600" y="2693416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642616"/>
            <a:ext cx="2194560" cy="438912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1600" y="2693416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2642616"/>
            <a:ext cx="1737360" cy="438912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7600" y="2693416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2642616"/>
            <a:ext cx="155448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66400" y="2693416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081528"/>
            <a:ext cx="3749039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5120" y="3132328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Forensic PDF + evidence chain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3081528"/>
            <a:ext cx="219456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5600" y="3132328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081528"/>
            <a:ext cx="21945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1600" y="3132328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3081528"/>
            <a:ext cx="17373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7600" y="3132328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3081528"/>
            <a:ext cx="155448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6400" y="3132328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3520440"/>
            <a:ext cx="3749039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5120" y="3571240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I4C submission ready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3520440"/>
            <a:ext cx="219456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5600" y="3571240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3520440"/>
            <a:ext cx="21945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1600" y="3571240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86800" y="3520440"/>
            <a:ext cx="17373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37600" y="3571240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3520440"/>
            <a:ext cx="155448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66400" y="3571240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3959352"/>
            <a:ext cx="3749039" cy="4389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5120" y="4010152"/>
            <a:ext cx="364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</a:rPr>
              <a:t>Works offline (Android)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0" y="3959352"/>
            <a:ext cx="2194560" cy="438912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65600" y="4010152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B5E20"/>
                </a:solidFill>
              </a:rPr>
              <a:t>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3959352"/>
            <a:ext cx="21945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51600" y="4010152"/>
            <a:ext cx="209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86800" y="3959352"/>
            <a:ext cx="1737360" cy="438912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37600" y="4010152"/>
            <a:ext cx="163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D50000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959352"/>
            <a:ext cx="1554480" cy="438912"/>
          </a:xfrm>
          <a:prstGeom prst="rect">
            <a:avLst/>
          </a:prstGeom>
          <a:solidFill>
            <a:srgbClr val="FFF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66400" y="4010152"/>
            <a:ext cx="145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12121"/>
                </a:solidFill>
              </a:rPr>
              <a:t>Partial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57607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565C0"/>
                </a:solidFill>
              </a:rPr>
              <a:t>"AWS Rekognition Voice Liveness and Azure Speaker Recognition were both discontinued in 2024.
KavachVoice fills the gap with a fully on-device, open-source, evidence-grade solution."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57575"/>
                </a:solidFill>
              </a:rPr>
              <a:t>KavachVoice  |  SIH 2026  |  Problem SIH26104  |  Theme: Blockchain &amp; Cybersecurity  |  Sponsor: AICTE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